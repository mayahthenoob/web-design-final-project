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24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9A5D3-3222-4B57-A7B3-1AD2562D1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01564-7F59-4D21-9EF4-83449B8C97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27582-CFC4-4BD4-8E79-8216AC5D9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3C3F-2CD8-4553-B72F-8691F9AB004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2E97F-BC19-4D54-9F40-D89EFAE32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72645-7C17-4DC8-B67E-D330D598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248D-D2FF-4B08-AA3B-0D5BCA4A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09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02777-0904-49EA-BFC9-AB3551D7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44D94-C6B1-407B-97F3-692DAC45F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D5AE3-8CBF-4AE0-A08E-515A8020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3C3F-2CD8-4553-B72F-8691F9AB004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571BA-1884-45EE-9CC8-182204E25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78EA5-3249-4EC3-A345-8EFA5F1D5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248D-D2FF-4B08-AA3B-0D5BCA4A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3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B5CB-0081-4345-ADAB-09730C43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AE51B-2478-453C-ADBD-B833F2A63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8E64-4EAC-4A2F-8BB0-714F1CF29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3C3F-2CD8-4553-B72F-8691F9AB004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54CDF-DFCE-4F27-B5E5-8BAA9FF63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EEFE7-45BF-4C8A-A568-782F49A14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248D-D2FF-4B08-AA3B-0D5BCA4A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75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A12FD-0ECE-4872-A266-933C62AEC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262D5-101C-4540-A249-6F10197F1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5B1AB-BF79-4AAE-BF7B-7529F4DB3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3F4F3-D8DF-4C64-A645-315E3FCCD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3C3F-2CD8-4553-B72F-8691F9AB004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7CCBB-52AB-457B-9BB8-5AE3F266C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45206-08E7-4E1B-AC6F-55B8DDD3D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248D-D2FF-4B08-AA3B-0D5BCA4A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19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E09C5-9BAF-47CC-BA18-C091D8F8A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8723B-0FFE-4678-A2BE-8F0DF69DF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5A78F-49A0-46A5-9B7A-54E08E7DE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8517B-09F3-4C07-B729-EBA962114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72967-0697-4E67-A9DB-F0680A75F8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96C515-055E-4836-99A8-4E57B69AE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3C3F-2CD8-4553-B72F-8691F9AB004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DC318C-1AE6-494F-BCB2-43B17900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4516D6-27F5-4841-ADB4-6793F365B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248D-D2FF-4B08-AA3B-0D5BCA4A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5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8173-5482-4B90-9510-1A7180E4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281252-AAE5-4CBC-9928-98332698F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3C3F-2CD8-4553-B72F-8691F9AB004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BA3613-0704-4242-99CA-88C06EA73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737CD-0EB5-445C-B490-85F92A2B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248D-D2FF-4B08-AA3B-0D5BCA4A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66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C1EA82-CF11-4E8B-84F0-A818F9C3F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3C3F-2CD8-4553-B72F-8691F9AB004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87C5F1-52E0-4D39-BDF7-C7E0EE0F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7972A-51B0-4803-8C45-8EC13699E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248D-D2FF-4B08-AA3B-0D5BCA4A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8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92F69-A3E8-403A-94C9-A2E85E74E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AA598-5286-4250-AC8C-9CB224B4A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6B294-0E4F-47AC-93A9-52C7B091F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F9D5B-CDDD-40F1-A1D7-F6A864812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3C3F-2CD8-4553-B72F-8691F9AB004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5319B-500A-4B71-8DF5-A7B03618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4BB1A-4933-46BF-B9E3-67028085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248D-D2FF-4B08-AA3B-0D5BCA4A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5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5614-51B8-4E78-95C7-1FE36E48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AFFA20-DDAE-49CF-B272-BBE692E1D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A90A6-031E-4C2A-9621-371588652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C3D2D-C731-4EBA-854A-59DC006C6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3C3F-2CD8-4553-B72F-8691F9AB004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0F716-1852-4418-95E5-B3770C5D2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F8C45-D615-4F0A-8AB2-124F5CE3E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248D-D2FF-4B08-AA3B-0D5BCA4A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07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F7D1E-8664-4B6E-95A1-0174597E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0FCAF-7BAF-4D91-8B57-30A1E3BEE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4DB73-8B0C-4AD7-8A77-74CEDEF1F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3C3F-2CD8-4553-B72F-8691F9AB004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41574-1E3D-4856-A1A7-B4CC901CC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5BD6E-2CF5-4F25-84CF-881A82732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248D-D2FF-4B08-AA3B-0D5BCA4A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61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3D8B0-4702-4CA4-8943-FF2CDB3C9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B8C7D-FDF7-42FC-A768-978E50E6E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3364-3E42-479D-BE35-57510AE3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3C3F-2CD8-4553-B72F-8691F9AB004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CE637-34E8-4AF1-B567-1BB2598F5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CC692-7FF8-4C11-9A2D-A43E614E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B248D-D2FF-4B08-AA3B-0D5BCA4A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2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A5D82F-D288-4F13-BE24-3C09CB21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7A145-5B92-44B8-BF71-4DD4EE3D5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6D4D4-781F-49C1-B4DF-CEC5D4F2D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43C3F-2CD8-4553-B72F-8691F9AB004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4A15B-57C5-4669-97D0-8C025B56F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8E63A-F50E-41BF-8153-D93104CC8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B248D-D2FF-4B08-AA3B-0D5BCA4A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95F6E9-04E9-40B2-A940-507C2702C0FD}"/>
              </a:ext>
            </a:extLst>
          </p:cNvPr>
          <p:cNvSpPr/>
          <p:nvPr/>
        </p:nvSpPr>
        <p:spPr>
          <a:xfrm>
            <a:off x="4051882" y="240632"/>
            <a:ext cx="3022685" cy="6529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204794-4119-46FD-8F9D-FF72FF3C0FCD}"/>
              </a:ext>
            </a:extLst>
          </p:cNvPr>
          <p:cNvSpPr/>
          <p:nvPr/>
        </p:nvSpPr>
        <p:spPr>
          <a:xfrm>
            <a:off x="4370663" y="922789"/>
            <a:ext cx="2390863" cy="50837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9B1DC1-6E82-4674-861C-4E1C2DC266C9}"/>
              </a:ext>
            </a:extLst>
          </p:cNvPr>
          <p:cNvSpPr/>
          <p:nvPr/>
        </p:nvSpPr>
        <p:spPr>
          <a:xfrm>
            <a:off x="4489779" y="1613006"/>
            <a:ext cx="2199651" cy="1073037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Magnifying glass with solid fill">
            <a:extLst>
              <a:ext uri="{FF2B5EF4-FFF2-40B4-BE49-F238E27FC236}">
                <a16:creationId xmlns:a16="http://schemas.microsoft.com/office/drawing/2014/main" id="{DF062CA8-A411-4D96-817C-0E5FD6BA6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463" y="967551"/>
            <a:ext cx="439549" cy="4395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4A0AC26-F3E9-457F-A684-108C2EAB2F7E}"/>
              </a:ext>
            </a:extLst>
          </p:cNvPr>
          <p:cNvGrpSpPr/>
          <p:nvPr/>
        </p:nvGrpSpPr>
        <p:grpSpPr>
          <a:xfrm>
            <a:off x="4505949" y="1071125"/>
            <a:ext cx="276226" cy="142875"/>
            <a:chOff x="2724149" y="1933575"/>
            <a:chExt cx="276226" cy="14287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75C08A4-D40B-4F32-9331-2F77CC1FCF71}"/>
                </a:ext>
              </a:extLst>
            </p:cNvPr>
            <p:cNvCxnSpPr>
              <a:cxnSpLocks/>
            </p:cNvCxnSpPr>
            <p:nvPr/>
          </p:nvCxnSpPr>
          <p:spPr>
            <a:xfrm>
              <a:off x="2724150" y="1933575"/>
              <a:ext cx="276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42A15DC-1CB7-4E0B-8CCE-34C3D3237777}"/>
                </a:ext>
              </a:extLst>
            </p:cNvPr>
            <p:cNvCxnSpPr>
              <a:cxnSpLocks/>
            </p:cNvCxnSpPr>
            <p:nvPr/>
          </p:nvCxnSpPr>
          <p:spPr>
            <a:xfrm>
              <a:off x="2724150" y="2009775"/>
              <a:ext cx="276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F788BD-F434-4856-9C4A-3A69689CAA00}"/>
                </a:ext>
              </a:extLst>
            </p:cNvPr>
            <p:cNvCxnSpPr>
              <a:cxnSpLocks/>
            </p:cNvCxnSpPr>
            <p:nvPr/>
          </p:nvCxnSpPr>
          <p:spPr>
            <a:xfrm>
              <a:off x="2724149" y="2076450"/>
              <a:ext cx="276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1A20A62-908D-4300-810B-981EC3FD08C6}"/>
              </a:ext>
            </a:extLst>
          </p:cNvPr>
          <p:cNvSpPr txBox="1"/>
          <p:nvPr/>
        </p:nvSpPr>
        <p:spPr>
          <a:xfrm>
            <a:off x="4558711" y="1679041"/>
            <a:ext cx="206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Continue last  Quiz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09F8FD5-5EB9-4BD3-9371-D72D28932027}"/>
              </a:ext>
            </a:extLst>
          </p:cNvPr>
          <p:cNvSpPr/>
          <p:nvPr/>
        </p:nvSpPr>
        <p:spPr>
          <a:xfrm>
            <a:off x="4947308" y="2254279"/>
            <a:ext cx="1313826" cy="34266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 Quiz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25FB14-6036-4F0D-8652-760095F47AAD}"/>
              </a:ext>
            </a:extLst>
          </p:cNvPr>
          <p:cNvSpPr txBox="1"/>
          <p:nvPr/>
        </p:nvSpPr>
        <p:spPr>
          <a:xfrm>
            <a:off x="4438650" y="2889250"/>
            <a:ext cx="197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Subjects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3A938D1-4011-4687-A9F3-4D4E1C92CCD5}"/>
              </a:ext>
            </a:extLst>
          </p:cNvPr>
          <p:cNvGrpSpPr/>
          <p:nvPr/>
        </p:nvGrpSpPr>
        <p:grpSpPr>
          <a:xfrm>
            <a:off x="4457598" y="3321323"/>
            <a:ext cx="2227086" cy="556191"/>
            <a:chOff x="4499956" y="3321322"/>
            <a:chExt cx="2227086" cy="556191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AAF5EFC-4D26-4FAE-B771-9727B2C65960}"/>
                </a:ext>
              </a:extLst>
            </p:cNvPr>
            <p:cNvSpPr/>
            <p:nvPr/>
          </p:nvSpPr>
          <p:spPr>
            <a:xfrm>
              <a:off x="4499956" y="3321324"/>
              <a:ext cx="641350" cy="55618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B62DAF5-BF0B-49E2-84EC-7C30F90DCCA7}"/>
                </a:ext>
              </a:extLst>
            </p:cNvPr>
            <p:cNvSpPr/>
            <p:nvPr/>
          </p:nvSpPr>
          <p:spPr>
            <a:xfrm>
              <a:off x="5292824" y="3321323"/>
              <a:ext cx="641350" cy="55618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1741DDF0-9E93-409D-9374-CBFACC34F45B}"/>
                </a:ext>
              </a:extLst>
            </p:cNvPr>
            <p:cNvSpPr/>
            <p:nvPr/>
          </p:nvSpPr>
          <p:spPr>
            <a:xfrm>
              <a:off x="6085692" y="3321322"/>
              <a:ext cx="641350" cy="55618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88EBCD1-C050-46D2-A09F-5D155EBB6201}"/>
              </a:ext>
            </a:extLst>
          </p:cNvPr>
          <p:cNvSpPr txBox="1"/>
          <p:nvPr/>
        </p:nvSpPr>
        <p:spPr>
          <a:xfrm>
            <a:off x="4527913" y="3877512"/>
            <a:ext cx="5012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/>
              <a:t>Maths</a:t>
            </a:r>
            <a:endParaRPr lang="en-US" sz="9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DC40A8-CCF9-47C7-BE94-19F683C1A882}"/>
              </a:ext>
            </a:extLst>
          </p:cNvPr>
          <p:cNvSpPr txBox="1"/>
          <p:nvPr/>
        </p:nvSpPr>
        <p:spPr>
          <a:xfrm>
            <a:off x="5313716" y="3877512"/>
            <a:ext cx="5781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English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56C9D7-B4AD-44D8-8AC9-E0EF5EB7ED85}"/>
              </a:ext>
            </a:extLst>
          </p:cNvPr>
          <p:cNvSpPr txBox="1"/>
          <p:nvPr/>
        </p:nvSpPr>
        <p:spPr>
          <a:xfrm>
            <a:off x="6107570" y="3877512"/>
            <a:ext cx="5781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History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2E343D-9BE7-4171-B2FF-F7036B9C7ABC}"/>
              </a:ext>
            </a:extLst>
          </p:cNvPr>
          <p:cNvSpPr txBox="1"/>
          <p:nvPr/>
        </p:nvSpPr>
        <p:spPr>
          <a:xfrm>
            <a:off x="4393295" y="4258242"/>
            <a:ext cx="920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Results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C0E8538-11DE-4D61-847D-90B9E1E4632B}"/>
              </a:ext>
            </a:extLst>
          </p:cNvPr>
          <p:cNvSpPr/>
          <p:nvPr/>
        </p:nvSpPr>
        <p:spPr>
          <a:xfrm>
            <a:off x="4438650" y="4691451"/>
            <a:ext cx="2130720" cy="49451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4C78CEC-9B01-4B51-8404-64F26017EAF7}"/>
              </a:ext>
            </a:extLst>
          </p:cNvPr>
          <p:cNvSpPr/>
          <p:nvPr/>
        </p:nvSpPr>
        <p:spPr>
          <a:xfrm>
            <a:off x="4527913" y="4797572"/>
            <a:ext cx="305389" cy="297829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B4977-7C88-4FE5-9266-1C9B3E2F068D}"/>
              </a:ext>
            </a:extLst>
          </p:cNvPr>
          <p:cNvSpPr txBox="1"/>
          <p:nvPr/>
        </p:nvSpPr>
        <p:spPr>
          <a:xfrm>
            <a:off x="4875263" y="4725639"/>
            <a:ext cx="1174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History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AC6159A-E7F3-4ACC-966B-37C63032A074}"/>
              </a:ext>
            </a:extLst>
          </p:cNvPr>
          <p:cNvGrpSpPr/>
          <p:nvPr/>
        </p:nvGrpSpPr>
        <p:grpSpPr>
          <a:xfrm>
            <a:off x="4952703" y="4971859"/>
            <a:ext cx="1174750" cy="55547"/>
            <a:chOff x="7393348" y="5366261"/>
            <a:chExt cx="1366760" cy="6004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2D5C2B34-14FE-4DDD-A5D3-1B79215456E9}"/>
                </a:ext>
              </a:extLst>
            </p:cNvPr>
            <p:cNvSpPr/>
            <p:nvPr/>
          </p:nvSpPr>
          <p:spPr>
            <a:xfrm>
              <a:off x="7393348" y="5366261"/>
              <a:ext cx="1366760" cy="60046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0B98F05-3192-4B16-91D2-E014C7F7B9BF}"/>
                </a:ext>
              </a:extLst>
            </p:cNvPr>
            <p:cNvSpPr/>
            <p:nvPr/>
          </p:nvSpPr>
          <p:spPr>
            <a:xfrm>
              <a:off x="7393348" y="5366261"/>
              <a:ext cx="904960" cy="5772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807AAF4-AE02-41A2-A18A-4389364EF323}"/>
              </a:ext>
            </a:extLst>
          </p:cNvPr>
          <p:cNvSpPr txBox="1"/>
          <p:nvPr/>
        </p:nvSpPr>
        <p:spPr>
          <a:xfrm>
            <a:off x="6107570" y="4688422"/>
            <a:ext cx="4870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413661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31E2053-A4D0-496F-B71A-220795021E7A}"/>
              </a:ext>
            </a:extLst>
          </p:cNvPr>
          <p:cNvGrpSpPr/>
          <p:nvPr/>
        </p:nvGrpSpPr>
        <p:grpSpPr>
          <a:xfrm>
            <a:off x="4051882" y="240632"/>
            <a:ext cx="3022685" cy="6529284"/>
            <a:chOff x="4051882" y="240632"/>
            <a:chExt cx="3022685" cy="652928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6849721-ECE0-4F03-8906-BE0EAE50FB5F}"/>
                </a:ext>
              </a:extLst>
            </p:cNvPr>
            <p:cNvGrpSpPr/>
            <p:nvPr/>
          </p:nvGrpSpPr>
          <p:grpSpPr>
            <a:xfrm>
              <a:off x="4051882" y="240632"/>
              <a:ext cx="3022685" cy="6529284"/>
              <a:chOff x="4051882" y="240632"/>
              <a:chExt cx="3022685" cy="6529284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C795F6E9-04E9-40B2-A940-507C2702C0FD}"/>
                  </a:ext>
                </a:extLst>
              </p:cNvPr>
              <p:cNvSpPr/>
              <p:nvPr/>
            </p:nvSpPr>
            <p:spPr>
              <a:xfrm>
                <a:off x="4051882" y="240632"/>
                <a:ext cx="3022685" cy="6529284"/>
              </a:xfrm>
              <a:prstGeom prst="round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3204794-4119-46FD-8F9D-FF72FF3C0FCD}"/>
                  </a:ext>
                </a:extLst>
              </p:cNvPr>
              <p:cNvSpPr/>
              <p:nvPr/>
            </p:nvSpPr>
            <p:spPr>
              <a:xfrm>
                <a:off x="4370663" y="922789"/>
                <a:ext cx="2390863" cy="508372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E9B1DC1-6E82-4674-861C-4E1C2DC266C9}"/>
                </a:ext>
              </a:extLst>
            </p:cNvPr>
            <p:cNvSpPr/>
            <p:nvPr/>
          </p:nvSpPr>
          <p:spPr>
            <a:xfrm>
              <a:off x="4489779" y="1613006"/>
              <a:ext cx="2199651" cy="1073037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 descr="Magnifying glass with solid fill">
              <a:extLst>
                <a:ext uri="{FF2B5EF4-FFF2-40B4-BE49-F238E27FC236}">
                  <a16:creationId xmlns:a16="http://schemas.microsoft.com/office/drawing/2014/main" id="{DF062CA8-A411-4D96-817C-0E5FD6BA6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19463" y="967551"/>
              <a:ext cx="439549" cy="439549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4A0AC26-F3E9-457F-A684-108C2EAB2F7E}"/>
                </a:ext>
              </a:extLst>
            </p:cNvPr>
            <p:cNvGrpSpPr/>
            <p:nvPr/>
          </p:nvGrpSpPr>
          <p:grpSpPr>
            <a:xfrm>
              <a:off x="4505949" y="1071125"/>
              <a:ext cx="276226" cy="142875"/>
              <a:chOff x="2724149" y="1933575"/>
              <a:chExt cx="276226" cy="142875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75C08A4-D40B-4F32-9331-2F77CC1FCF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4150" y="1933575"/>
                <a:ext cx="27622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F42A15DC-1CB7-4E0B-8CCE-34C3D32377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4150" y="2009775"/>
                <a:ext cx="27622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BF788BD-F434-4856-9C4A-3A69689CAA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4149" y="2076450"/>
                <a:ext cx="27622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A20A62-908D-4300-810B-981EC3FD08C6}"/>
                </a:ext>
              </a:extLst>
            </p:cNvPr>
            <p:cNvSpPr txBox="1"/>
            <p:nvPr/>
          </p:nvSpPr>
          <p:spPr>
            <a:xfrm>
              <a:off x="4558711" y="1679041"/>
              <a:ext cx="20617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Continue last  Quiz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09F8FD5-5EB9-4BD3-9371-D72D28932027}"/>
                </a:ext>
              </a:extLst>
            </p:cNvPr>
            <p:cNvSpPr/>
            <p:nvPr/>
          </p:nvSpPr>
          <p:spPr>
            <a:xfrm>
              <a:off x="4947308" y="2254279"/>
              <a:ext cx="1313826" cy="34266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Start Quiz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25FB14-6036-4F0D-8652-760095F47AAD}"/>
                </a:ext>
              </a:extLst>
            </p:cNvPr>
            <p:cNvSpPr txBox="1"/>
            <p:nvPr/>
          </p:nvSpPr>
          <p:spPr>
            <a:xfrm>
              <a:off x="4438650" y="2889250"/>
              <a:ext cx="1974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Subjects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3A938D1-4011-4687-A9F3-4D4E1C92CCD5}"/>
                </a:ext>
              </a:extLst>
            </p:cNvPr>
            <p:cNvGrpSpPr/>
            <p:nvPr/>
          </p:nvGrpSpPr>
          <p:grpSpPr>
            <a:xfrm>
              <a:off x="4457598" y="3321323"/>
              <a:ext cx="2227086" cy="556191"/>
              <a:chOff x="4499956" y="3321322"/>
              <a:chExt cx="2227086" cy="556191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AAF5EFC-4D26-4FAE-B771-9727B2C65960}"/>
                  </a:ext>
                </a:extLst>
              </p:cNvPr>
              <p:cNvSpPr/>
              <p:nvPr/>
            </p:nvSpPr>
            <p:spPr>
              <a:xfrm>
                <a:off x="4499956" y="3321324"/>
                <a:ext cx="641350" cy="55618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EB62DAF5-BF0B-49E2-84EC-7C30F90DCCA7}"/>
                  </a:ext>
                </a:extLst>
              </p:cNvPr>
              <p:cNvSpPr/>
              <p:nvPr/>
            </p:nvSpPr>
            <p:spPr>
              <a:xfrm>
                <a:off x="5292824" y="3321323"/>
                <a:ext cx="641350" cy="55618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1741DDF0-9E93-409D-9374-CBFACC34F45B}"/>
                  </a:ext>
                </a:extLst>
              </p:cNvPr>
              <p:cNvSpPr/>
              <p:nvPr/>
            </p:nvSpPr>
            <p:spPr>
              <a:xfrm>
                <a:off x="6085692" y="3321322"/>
                <a:ext cx="641350" cy="55618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88EBCD1-C050-46D2-A09F-5D155EBB6201}"/>
                </a:ext>
              </a:extLst>
            </p:cNvPr>
            <p:cNvSpPr txBox="1"/>
            <p:nvPr/>
          </p:nvSpPr>
          <p:spPr>
            <a:xfrm>
              <a:off x="4527913" y="3877512"/>
              <a:ext cx="50128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 err="1"/>
                <a:t>Maths</a:t>
              </a:r>
              <a:endParaRPr lang="en-US" sz="9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2DC40A8-CCF9-47C7-BE94-19F683C1A882}"/>
                </a:ext>
              </a:extLst>
            </p:cNvPr>
            <p:cNvSpPr txBox="1"/>
            <p:nvPr/>
          </p:nvSpPr>
          <p:spPr>
            <a:xfrm>
              <a:off x="5313716" y="3877512"/>
              <a:ext cx="5781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English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656C9D7-B4AD-44D8-8AC9-E0EF5EB7ED85}"/>
                </a:ext>
              </a:extLst>
            </p:cNvPr>
            <p:cNvSpPr txBox="1"/>
            <p:nvPr/>
          </p:nvSpPr>
          <p:spPr>
            <a:xfrm>
              <a:off x="6107570" y="3877512"/>
              <a:ext cx="5781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History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12E343D-9BE7-4171-B2FF-F7036B9C7ABC}"/>
                </a:ext>
              </a:extLst>
            </p:cNvPr>
            <p:cNvSpPr txBox="1"/>
            <p:nvPr/>
          </p:nvSpPr>
          <p:spPr>
            <a:xfrm>
              <a:off x="4393295" y="4258242"/>
              <a:ext cx="9204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Results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A86B22E-EFC7-42F6-B377-2D501570B1DC}"/>
                </a:ext>
              </a:extLst>
            </p:cNvPr>
            <p:cNvGrpSpPr/>
            <p:nvPr/>
          </p:nvGrpSpPr>
          <p:grpSpPr>
            <a:xfrm>
              <a:off x="4505949" y="4691451"/>
              <a:ext cx="2156004" cy="497540"/>
              <a:chOff x="4438650" y="4688422"/>
              <a:chExt cx="2156004" cy="497540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C0E8538-11DE-4D61-847D-90B9E1E4632B}"/>
                  </a:ext>
                </a:extLst>
              </p:cNvPr>
              <p:cNvSpPr/>
              <p:nvPr/>
            </p:nvSpPr>
            <p:spPr>
              <a:xfrm>
                <a:off x="4438650" y="4691451"/>
                <a:ext cx="2130720" cy="494511"/>
              </a:xfrm>
              <a:prstGeom prst="roundRect">
                <a:avLst/>
              </a:prstGeom>
              <a:ln>
                <a:noFill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4C78CEC-9B01-4B51-8404-64F26017EAF7}"/>
                  </a:ext>
                </a:extLst>
              </p:cNvPr>
              <p:cNvSpPr/>
              <p:nvPr/>
            </p:nvSpPr>
            <p:spPr>
              <a:xfrm>
                <a:off x="4527913" y="4797572"/>
                <a:ext cx="305389" cy="297829"/>
              </a:xfrm>
              <a:prstGeom prst="ellipse">
                <a:avLst/>
              </a:prstGeom>
              <a:ln>
                <a:noFill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8B4977-7C88-4FE5-9266-1C9B3E2F068D}"/>
                  </a:ext>
                </a:extLst>
              </p:cNvPr>
              <p:cNvSpPr txBox="1"/>
              <p:nvPr/>
            </p:nvSpPr>
            <p:spPr>
              <a:xfrm>
                <a:off x="4875263" y="4725639"/>
                <a:ext cx="117475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History</a:t>
                </a: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2AC6159A-E7F3-4ACC-966B-37C63032A074}"/>
                  </a:ext>
                </a:extLst>
              </p:cNvPr>
              <p:cNvGrpSpPr/>
              <p:nvPr/>
            </p:nvGrpSpPr>
            <p:grpSpPr>
              <a:xfrm>
                <a:off x="4952703" y="4971859"/>
                <a:ext cx="1174750" cy="55547"/>
                <a:chOff x="7393348" y="5366261"/>
                <a:chExt cx="1366760" cy="60046"/>
              </a:xfrm>
            </p:grpSpPr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2D5C2B34-14FE-4DDD-A5D3-1B79215456E9}"/>
                    </a:ext>
                  </a:extLst>
                </p:cNvPr>
                <p:cNvSpPr/>
                <p:nvPr/>
              </p:nvSpPr>
              <p:spPr>
                <a:xfrm>
                  <a:off x="7393348" y="5366261"/>
                  <a:ext cx="1366760" cy="600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20B98F05-3192-4B16-91D2-E014C7F7B9BF}"/>
                    </a:ext>
                  </a:extLst>
                </p:cNvPr>
                <p:cNvSpPr/>
                <p:nvPr/>
              </p:nvSpPr>
              <p:spPr>
                <a:xfrm>
                  <a:off x="7393348" y="5366261"/>
                  <a:ext cx="904960" cy="5772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807AAF4-AE02-41A2-A18A-4389364EF323}"/>
                  </a:ext>
                </a:extLst>
              </p:cNvPr>
              <p:cNvSpPr txBox="1"/>
              <p:nvPr/>
            </p:nvSpPr>
            <p:spPr>
              <a:xfrm>
                <a:off x="6107570" y="4688422"/>
                <a:ext cx="487084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7/10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E60D1B0-8569-478E-8F3E-4AD40BA6B7C5}"/>
                </a:ext>
              </a:extLst>
            </p:cNvPr>
            <p:cNvGrpSpPr/>
            <p:nvPr/>
          </p:nvGrpSpPr>
          <p:grpSpPr>
            <a:xfrm>
              <a:off x="4485222" y="5310843"/>
              <a:ext cx="2156004" cy="497540"/>
              <a:chOff x="4438650" y="4688422"/>
              <a:chExt cx="2156004" cy="497540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B689D9F9-BDDD-4CF8-9EE4-4A6BBFEEEE6E}"/>
                  </a:ext>
                </a:extLst>
              </p:cNvPr>
              <p:cNvSpPr/>
              <p:nvPr/>
            </p:nvSpPr>
            <p:spPr>
              <a:xfrm>
                <a:off x="4438650" y="4691451"/>
                <a:ext cx="2130720" cy="494511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A88C9D04-1EA9-4F2D-82A2-F08F3643DC99}"/>
                  </a:ext>
                </a:extLst>
              </p:cNvPr>
              <p:cNvSpPr/>
              <p:nvPr/>
            </p:nvSpPr>
            <p:spPr>
              <a:xfrm>
                <a:off x="4527913" y="4797572"/>
                <a:ext cx="305389" cy="29782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1B15481-B211-4D87-849D-7E399137D892}"/>
                  </a:ext>
                </a:extLst>
              </p:cNvPr>
              <p:cNvSpPr txBox="1"/>
              <p:nvPr/>
            </p:nvSpPr>
            <p:spPr>
              <a:xfrm>
                <a:off x="4875263" y="4725639"/>
                <a:ext cx="117475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 err="1"/>
                  <a:t>Maths</a:t>
                </a:r>
                <a:endParaRPr lang="en-US" sz="1000" dirty="0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DA01AA4-236D-4DE8-BF4E-42936E2D3CDD}"/>
                  </a:ext>
                </a:extLst>
              </p:cNvPr>
              <p:cNvGrpSpPr/>
              <p:nvPr/>
            </p:nvGrpSpPr>
            <p:grpSpPr>
              <a:xfrm>
                <a:off x="4952703" y="4969687"/>
                <a:ext cx="1174750" cy="57691"/>
                <a:chOff x="7393348" y="5363943"/>
                <a:chExt cx="1366760" cy="62364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86570737-4E9E-411E-B8EB-8A3B5E387D47}"/>
                    </a:ext>
                  </a:extLst>
                </p:cNvPr>
                <p:cNvSpPr/>
                <p:nvPr/>
              </p:nvSpPr>
              <p:spPr>
                <a:xfrm>
                  <a:off x="7393348" y="5366261"/>
                  <a:ext cx="1366760" cy="600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0EE9E1B3-8A50-4577-B984-0C41DD4DD574}"/>
                    </a:ext>
                  </a:extLst>
                </p:cNvPr>
                <p:cNvSpPr/>
                <p:nvPr/>
              </p:nvSpPr>
              <p:spPr>
                <a:xfrm>
                  <a:off x="7393349" y="5363943"/>
                  <a:ext cx="609847" cy="600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F726F46-41A6-4B7F-AF1D-46E0BDDC978B}"/>
                  </a:ext>
                </a:extLst>
              </p:cNvPr>
              <p:cNvSpPr txBox="1"/>
              <p:nvPr/>
            </p:nvSpPr>
            <p:spPr>
              <a:xfrm>
                <a:off x="6107570" y="4688422"/>
                <a:ext cx="48708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4/10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1406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2790628-802D-44C2-9ACA-472325864270}"/>
              </a:ext>
            </a:extLst>
          </p:cNvPr>
          <p:cNvGrpSpPr/>
          <p:nvPr/>
        </p:nvGrpSpPr>
        <p:grpSpPr>
          <a:xfrm>
            <a:off x="4051882" y="240632"/>
            <a:ext cx="3022685" cy="6529284"/>
            <a:chOff x="4051882" y="240632"/>
            <a:chExt cx="3022685" cy="652928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795F6E9-04E9-40B2-A940-507C2702C0FD}"/>
                </a:ext>
              </a:extLst>
            </p:cNvPr>
            <p:cNvSpPr/>
            <p:nvPr/>
          </p:nvSpPr>
          <p:spPr>
            <a:xfrm>
              <a:off x="4051882" y="240632"/>
              <a:ext cx="3022685" cy="6529284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3204794-4119-46FD-8F9D-FF72FF3C0FCD}"/>
                </a:ext>
              </a:extLst>
            </p:cNvPr>
            <p:cNvSpPr/>
            <p:nvPr/>
          </p:nvSpPr>
          <p:spPr>
            <a:xfrm>
              <a:off x="4370663" y="922789"/>
              <a:ext cx="2390863" cy="508372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F1105236-5CB2-4BB6-BEE9-86D8D0CB308E}"/>
              </a:ext>
            </a:extLst>
          </p:cNvPr>
          <p:cNvSpPr/>
          <p:nvPr/>
        </p:nvSpPr>
        <p:spPr>
          <a:xfrm>
            <a:off x="4451350" y="1101725"/>
            <a:ext cx="339725" cy="327025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A89DD8-AECD-4127-B338-8A340AFAB266}"/>
              </a:ext>
            </a:extLst>
          </p:cNvPr>
          <p:cNvSpPr txBox="1"/>
          <p:nvPr/>
        </p:nvSpPr>
        <p:spPr>
          <a:xfrm>
            <a:off x="4451350" y="1625783"/>
            <a:ext cx="1257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English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9735142-0A35-4F7E-AA2C-F996646C4488}"/>
              </a:ext>
            </a:extLst>
          </p:cNvPr>
          <p:cNvGrpSpPr/>
          <p:nvPr/>
        </p:nvGrpSpPr>
        <p:grpSpPr>
          <a:xfrm>
            <a:off x="4451350" y="2292290"/>
            <a:ext cx="2214926" cy="576722"/>
            <a:chOff x="4451350" y="2292290"/>
            <a:chExt cx="2214926" cy="57672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F43E3E6-E7E6-4B1D-B781-280F60FCDEDA}"/>
                </a:ext>
              </a:extLst>
            </p:cNvPr>
            <p:cNvSpPr/>
            <p:nvPr/>
          </p:nvSpPr>
          <p:spPr>
            <a:xfrm>
              <a:off x="4451350" y="2292290"/>
              <a:ext cx="2214926" cy="5588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0F99EA-EF38-4048-964A-8260F87F4C93}"/>
                </a:ext>
              </a:extLst>
            </p:cNvPr>
            <p:cNvSpPr/>
            <p:nvPr/>
          </p:nvSpPr>
          <p:spPr>
            <a:xfrm>
              <a:off x="4528502" y="2439146"/>
              <a:ext cx="268288" cy="2650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159529B-CD0C-47EF-9233-09720C74FCCB}"/>
                </a:ext>
              </a:extLst>
            </p:cNvPr>
            <p:cNvSpPr txBox="1"/>
            <p:nvPr/>
          </p:nvSpPr>
          <p:spPr>
            <a:xfrm>
              <a:off x="4873942" y="2324401"/>
              <a:ext cx="88392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English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16C037-68A4-4D2E-95F2-0C8FB4686FC8}"/>
                </a:ext>
              </a:extLst>
            </p:cNvPr>
            <p:cNvSpPr txBox="1"/>
            <p:nvPr/>
          </p:nvSpPr>
          <p:spPr>
            <a:xfrm>
              <a:off x="4873942" y="2530458"/>
              <a:ext cx="8839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10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2E1D77-937B-412E-9F61-F70D849773EB}"/>
              </a:ext>
            </a:extLst>
          </p:cNvPr>
          <p:cNvGrpSpPr/>
          <p:nvPr/>
        </p:nvGrpSpPr>
        <p:grpSpPr>
          <a:xfrm>
            <a:off x="4458631" y="3009569"/>
            <a:ext cx="2214926" cy="576722"/>
            <a:chOff x="4451350" y="2292290"/>
            <a:chExt cx="2214926" cy="57672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E88885E-33D1-4D8C-BCFD-15C03A31F834}"/>
                </a:ext>
              </a:extLst>
            </p:cNvPr>
            <p:cNvSpPr/>
            <p:nvPr/>
          </p:nvSpPr>
          <p:spPr>
            <a:xfrm>
              <a:off x="4451350" y="2292290"/>
              <a:ext cx="2214926" cy="5588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12041E-8FFC-4062-BF4D-C5829EC691B0}"/>
                </a:ext>
              </a:extLst>
            </p:cNvPr>
            <p:cNvSpPr/>
            <p:nvPr/>
          </p:nvSpPr>
          <p:spPr>
            <a:xfrm>
              <a:off x="4528502" y="2439146"/>
              <a:ext cx="268288" cy="2650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DC9A8F8-B734-487C-9DAD-B9A0922803BA}"/>
                </a:ext>
              </a:extLst>
            </p:cNvPr>
            <p:cNvSpPr txBox="1"/>
            <p:nvPr/>
          </p:nvSpPr>
          <p:spPr>
            <a:xfrm>
              <a:off x="4873942" y="2324401"/>
              <a:ext cx="88392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English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CA2695B-5824-497F-B666-77D2D7C11273}"/>
                </a:ext>
              </a:extLst>
            </p:cNvPr>
            <p:cNvSpPr txBox="1"/>
            <p:nvPr/>
          </p:nvSpPr>
          <p:spPr>
            <a:xfrm>
              <a:off x="4873942" y="2530458"/>
              <a:ext cx="8839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20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76F93C-D730-4632-9D40-A0DE4D0F2946}"/>
              </a:ext>
            </a:extLst>
          </p:cNvPr>
          <p:cNvGrpSpPr/>
          <p:nvPr/>
        </p:nvGrpSpPr>
        <p:grpSpPr>
          <a:xfrm>
            <a:off x="4451350" y="3726848"/>
            <a:ext cx="2214926" cy="576722"/>
            <a:chOff x="4451350" y="2292290"/>
            <a:chExt cx="2214926" cy="57672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70C7609-F145-4B5F-AB55-0DADCC5A20A0}"/>
                </a:ext>
              </a:extLst>
            </p:cNvPr>
            <p:cNvSpPr/>
            <p:nvPr/>
          </p:nvSpPr>
          <p:spPr>
            <a:xfrm>
              <a:off x="4451350" y="2292290"/>
              <a:ext cx="2214926" cy="5588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3652AC2-CAF7-4EED-AD04-47649B6D91AB}"/>
                </a:ext>
              </a:extLst>
            </p:cNvPr>
            <p:cNvSpPr/>
            <p:nvPr/>
          </p:nvSpPr>
          <p:spPr>
            <a:xfrm>
              <a:off x="4528502" y="2439146"/>
              <a:ext cx="268288" cy="2650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3CD7B4-C02D-4B68-B92A-A4CCC43A3540}"/>
                </a:ext>
              </a:extLst>
            </p:cNvPr>
            <p:cNvSpPr txBox="1"/>
            <p:nvPr/>
          </p:nvSpPr>
          <p:spPr>
            <a:xfrm>
              <a:off x="4873942" y="2324401"/>
              <a:ext cx="88392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English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58EF76-7089-42FD-9D00-00BCE17A5BF1}"/>
                </a:ext>
              </a:extLst>
            </p:cNvPr>
            <p:cNvSpPr txBox="1"/>
            <p:nvPr/>
          </p:nvSpPr>
          <p:spPr>
            <a:xfrm>
              <a:off x="4873942" y="2530458"/>
              <a:ext cx="8839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17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7304D47-4D85-4EB1-B94A-058D8671992E}"/>
              </a:ext>
            </a:extLst>
          </p:cNvPr>
          <p:cNvGrpSpPr/>
          <p:nvPr/>
        </p:nvGrpSpPr>
        <p:grpSpPr>
          <a:xfrm>
            <a:off x="4458631" y="4462825"/>
            <a:ext cx="2214926" cy="576722"/>
            <a:chOff x="4451350" y="2292290"/>
            <a:chExt cx="2214926" cy="57672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5A401D2-8F2B-4893-B709-5086BF2613E1}"/>
                </a:ext>
              </a:extLst>
            </p:cNvPr>
            <p:cNvSpPr/>
            <p:nvPr/>
          </p:nvSpPr>
          <p:spPr>
            <a:xfrm>
              <a:off x="4451350" y="2292290"/>
              <a:ext cx="2214926" cy="5588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E5BE809-6EB4-41DC-9E22-8C6695EA34E9}"/>
                </a:ext>
              </a:extLst>
            </p:cNvPr>
            <p:cNvSpPr/>
            <p:nvPr/>
          </p:nvSpPr>
          <p:spPr>
            <a:xfrm>
              <a:off x="4528502" y="2439146"/>
              <a:ext cx="268288" cy="2650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4680CA1-80B8-41C3-855D-42237CA5AA57}"/>
                </a:ext>
              </a:extLst>
            </p:cNvPr>
            <p:cNvSpPr txBox="1"/>
            <p:nvPr/>
          </p:nvSpPr>
          <p:spPr>
            <a:xfrm>
              <a:off x="4873942" y="2324401"/>
              <a:ext cx="88392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English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ED70DB7-CE69-42BF-BF6F-8CB0E015AABA}"/>
                </a:ext>
              </a:extLst>
            </p:cNvPr>
            <p:cNvSpPr txBox="1"/>
            <p:nvPr/>
          </p:nvSpPr>
          <p:spPr>
            <a:xfrm>
              <a:off x="4873942" y="2530458"/>
              <a:ext cx="8839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13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10430CE-6884-40FF-AFAE-6508EC9C1D7B}"/>
              </a:ext>
            </a:extLst>
          </p:cNvPr>
          <p:cNvGrpSpPr/>
          <p:nvPr/>
        </p:nvGrpSpPr>
        <p:grpSpPr>
          <a:xfrm>
            <a:off x="4458631" y="5192799"/>
            <a:ext cx="2214926" cy="576722"/>
            <a:chOff x="4451350" y="2292290"/>
            <a:chExt cx="2214926" cy="576722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57AE4CD-334C-4865-A3C5-243091FE65C9}"/>
                </a:ext>
              </a:extLst>
            </p:cNvPr>
            <p:cNvSpPr/>
            <p:nvPr/>
          </p:nvSpPr>
          <p:spPr>
            <a:xfrm>
              <a:off x="4451350" y="2292290"/>
              <a:ext cx="2214926" cy="5588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80CEA27-8D0F-4D97-B210-7611ABC2D4A3}"/>
                </a:ext>
              </a:extLst>
            </p:cNvPr>
            <p:cNvSpPr/>
            <p:nvPr/>
          </p:nvSpPr>
          <p:spPr>
            <a:xfrm>
              <a:off x="4528502" y="2439146"/>
              <a:ext cx="268288" cy="2650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CAE0EC6-A309-4F4B-8B1C-D9C02FDF08DF}"/>
                </a:ext>
              </a:extLst>
            </p:cNvPr>
            <p:cNvSpPr txBox="1"/>
            <p:nvPr/>
          </p:nvSpPr>
          <p:spPr>
            <a:xfrm>
              <a:off x="4873942" y="2324401"/>
              <a:ext cx="88392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English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E16BC3B-6536-42BC-9124-FC5C446A87D4}"/>
                </a:ext>
              </a:extLst>
            </p:cNvPr>
            <p:cNvSpPr txBox="1"/>
            <p:nvPr/>
          </p:nvSpPr>
          <p:spPr>
            <a:xfrm>
              <a:off x="4873942" y="2530458"/>
              <a:ext cx="8839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8435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95F6E9-04E9-40B2-A940-507C2702C0FD}"/>
              </a:ext>
            </a:extLst>
          </p:cNvPr>
          <p:cNvSpPr/>
          <p:nvPr/>
        </p:nvSpPr>
        <p:spPr>
          <a:xfrm>
            <a:off x="4051882" y="240632"/>
            <a:ext cx="3022685" cy="6529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204794-4119-46FD-8F9D-FF72FF3C0FCD}"/>
              </a:ext>
            </a:extLst>
          </p:cNvPr>
          <p:cNvSpPr/>
          <p:nvPr/>
        </p:nvSpPr>
        <p:spPr>
          <a:xfrm>
            <a:off x="4370663" y="922789"/>
            <a:ext cx="2390863" cy="5083728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679B2B3-96B4-4E15-B45D-5BAEE92728FC}"/>
              </a:ext>
            </a:extLst>
          </p:cNvPr>
          <p:cNvSpPr/>
          <p:nvPr/>
        </p:nvSpPr>
        <p:spPr>
          <a:xfrm>
            <a:off x="4457700" y="1005840"/>
            <a:ext cx="365760" cy="3733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&lt;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80A1DDF-C871-4B18-AAE9-07C2D9D675E4}"/>
              </a:ext>
            </a:extLst>
          </p:cNvPr>
          <p:cNvSpPr/>
          <p:nvPr/>
        </p:nvSpPr>
        <p:spPr>
          <a:xfrm>
            <a:off x="4496424" y="1765882"/>
            <a:ext cx="2133600" cy="40862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9A7653-1387-47E9-9F14-FFE952367C73}"/>
              </a:ext>
            </a:extLst>
          </p:cNvPr>
          <p:cNvSpPr/>
          <p:nvPr/>
        </p:nvSpPr>
        <p:spPr>
          <a:xfrm>
            <a:off x="4564380" y="1859280"/>
            <a:ext cx="1981200" cy="1120140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Question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F0B9AC8-F64B-40EE-97FA-0A3330BFBB45}"/>
              </a:ext>
            </a:extLst>
          </p:cNvPr>
          <p:cNvGrpSpPr/>
          <p:nvPr/>
        </p:nvGrpSpPr>
        <p:grpSpPr>
          <a:xfrm>
            <a:off x="4739640" y="3169920"/>
            <a:ext cx="1668780" cy="45719"/>
            <a:chOff x="4739640" y="3169920"/>
            <a:chExt cx="1668780" cy="4571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8BD9ADF-D8CE-489A-AB0F-C71EBF540ED0}"/>
                </a:ext>
              </a:extLst>
            </p:cNvPr>
            <p:cNvSpPr/>
            <p:nvPr/>
          </p:nvSpPr>
          <p:spPr>
            <a:xfrm>
              <a:off x="4739640" y="3169920"/>
              <a:ext cx="1668780" cy="4571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7472598-CD46-466C-A7DF-21105C2ED379}"/>
                </a:ext>
              </a:extLst>
            </p:cNvPr>
            <p:cNvSpPr/>
            <p:nvPr/>
          </p:nvSpPr>
          <p:spPr>
            <a:xfrm>
              <a:off x="4739640" y="3169920"/>
              <a:ext cx="775335" cy="45719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2F533F-A8F8-42A0-A9EB-1DD747FA33C5}"/>
              </a:ext>
            </a:extLst>
          </p:cNvPr>
          <p:cNvGrpSpPr/>
          <p:nvPr/>
        </p:nvGrpSpPr>
        <p:grpSpPr>
          <a:xfrm>
            <a:off x="4661535" y="3515843"/>
            <a:ext cx="1746885" cy="381953"/>
            <a:chOff x="4661535" y="3515843"/>
            <a:chExt cx="1746885" cy="38195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6551F95-91BF-4794-B703-19934DAF4EC7}"/>
                </a:ext>
              </a:extLst>
            </p:cNvPr>
            <p:cNvSpPr/>
            <p:nvPr/>
          </p:nvSpPr>
          <p:spPr>
            <a:xfrm>
              <a:off x="4661535" y="3534710"/>
              <a:ext cx="1746885" cy="36308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F43268D-7AF9-4239-A6BF-0E13351E9D2D}"/>
                </a:ext>
              </a:extLst>
            </p:cNvPr>
            <p:cNvSpPr txBox="1"/>
            <p:nvPr/>
          </p:nvSpPr>
          <p:spPr>
            <a:xfrm>
              <a:off x="4661535" y="3515843"/>
              <a:ext cx="256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6B526F-635D-4BEC-BA2A-269C4AD66792}"/>
                </a:ext>
              </a:extLst>
            </p:cNvPr>
            <p:cNvSpPr txBox="1"/>
            <p:nvPr/>
          </p:nvSpPr>
          <p:spPr>
            <a:xfrm>
              <a:off x="5041581" y="3528464"/>
              <a:ext cx="1087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answer1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1AEBDF7-3305-4D22-9A61-A65EDB27C2BB}"/>
              </a:ext>
            </a:extLst>
          </p:cNvPr>
          <p:cNvGrpSpPr/>
          <p:nvPr/>
        </p:nvGrpSpPr>
        <p:grpSpPr>
          <a:xfrm>
            <a:off x="4661534" y="3979375"/>
            <a:ext cx="1746885" cy="381953"/>
            <a:chOff x="4661535" y="3515843"/>
            <a:chExt cx="1746885" cy="38195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AC8D49F-250E-4234-81FC-AD381C64B854}"/>
                </a:ext>
              </a:extLst>
            </p:cNvPr>
            <p:cNvSpPr/>
            <p:nvPr/>
          </p:nvSpPr>
          <p:spPr>
            <a:xfrm>
              <a:off x="4661535" y="3534710"/>
              <a:ext cx="1746885" cy="36308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33CC3B6-E9B0-422C-9FFA-635533F6A256}"/>
                </a:ext>
              </a:extLst>
            </p:cNvPr>
            <p:cNvSpPr txBox="1"/>
            <p:nvPr/>
          </p:nvSpPr>
          <p:spPr>
            <a:xfrm>
              <a:off x="4661535" y="3515843"/>
              <a:ext cx="256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F0C1FA2-2E2D-4739-9B73-370E35E400CB}"/>
                </a:ext>
              </a:extLst>
            </p:cNvPr>
            <p:cNvSpPr txBox="1"/>
            <p:nvPr/>
          </p:nvSpPr>
          <p:spPr>
            <a:xfrm>
              <a:off x="5041581" y="3528464"/>
              <a:ext cx="1087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answer2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E949FCB-8C0A-4881-8F4F-4580C0A86CC4}"/>
              </a:ext>
            </a:extLst>
          </p:cNvPr>
          <p:cNvGrpSpPr/>
          <p:nvPr/>
        </p:nvGrpSpPr>
        <p:grpSpPr>
          <a:xfrm>
            <a:off x="4661534" y="4953368"/>
            <a:ext cx="1746885" cy="381953"/>
            <a:chOff x="4661535" y="3515843"/>
            <a:chExt cx="1746885" cy="381953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68D8D45-A369-48BB-B218-C3690A6AEE0E}"/>
                </a:ext>
              </a:extLst>
            </p:cNvPr>
            <p:cNvSpPr/>
            <p:nvPr/>
          </p:nvSpPr>
          <p:spPr>
            <a:xfrm>
              <a:off x="4661535" y="3534710"/>
              <a:ext cx="1746885" cy="36308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6B2E203-942E-4C08-A80D-129F516E103C}"/>
                </a:ext>
              </a:extLst>
            </p:cNvPr>
            <p:cNvSpPr txBox="1"/>
            <p:nvPr/>
          </p:nvSpPr>
          <p:spPr>
            <a:xfrm>
              <a:off x="4661535" y="3515843"/>
              <a:ext cx="256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5051BE5-A664-4F82-89AD-94814605584C}"/>
                </a:ext>
              </a:extLst>
            </p:cNvPr>
            <p:cNvSpPr txBox="1"/>
            <p:nvPr/>
          </p:nvSpPr>
          <p:spPr>
            <a:xfrm>
              <a:off x="5041581" y="3528464"/>
              <a:ext cx="1087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answer4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C2C7C0A-D9D9-47D5-B613-231F9B447631}"/>
              </a:ext>
            </a:extLst>
          </p:cNvPr>
          <p:cNvGrpSpPr/>
          <p:nvPr/>
        </p:nvGrpSpPr>
        <p:grpSpPr>
          <a:xfrm>
            <a:off x="4661534" y="4461774"/>
            <a:ext cx="1746885" cy="381953"/>
            <a:chOff x="4661535" y="3515843"/>
            <a:chExt cx="1746885" cy="381953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EC2E60A-8DBC-48EF-93BB-F6E84992E1AB}"/>
                </a:ext>
              </a:extLst>
            </p:cNvPr>
            <p:cNvSpPr/>
            <p:nvPr/>
          </p:nvSpPr>
          <p:spPr>
            <a:xfrm>
              <a:off x="4661535" y="3534710"/>
              <a:ext cx="1746885" cy="36308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4DF9393-A35A-410F-92F5-1C5DA92ADF45}"/>
                </a:ext>
              </a:extLst>
            </p:cNvPr>
            <p:cNvSpPr txBox="1"/>
            <p:nvPr/>
          </p:nvSpPr>
          <p:spPr>
            <a:xfrm>
              <a:off x="4661535" y="3515843"/>
              <a:ext cx="256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5A115E5-118A-4303-8819-52C8CC438FDA}"/>
                </a:ext>
              </a:extLst>
            </p:cNvPr>
            <p:cNvSpPr txBox="1"/>
            <p:nvPr/>
          </p:nvSpPr>
          <p:spPr>
            <a:xfrm>
              <a:off x="5041581" y="3528464"/>
              <a:ext cx="1087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answer3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48C9111-57A2-47BA-8FED-622DBD203810}"/>
              </a:ext>
            </a:extLst>
          </p:cNvPr>
          <p:cNvSpPr txBox="1"/>
          <p:nvPr/>
        </p:nvSpPr>
        <p:spPr>
          <a:xfrm>
            <a:off x="4979067" y="1357659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Question 1/10</a:t>
            </a:r>
          </a:p>
        </p:txBody>
      </p:sp>
    </p:spTree>
    <p:extLst>
      <p:ext uri="{BB962C8B-B14F-4D97-AF65-F5344CB8AC3E}">
        <p14:creationId xmlns:p14="http://schemas.microsoft.com/office/powerpoint/2010/main" val="2058722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95F6E9-04E9-40B2-A940-507C2702C0FD}"/>
              </a:ext>
            </a:extLst>
          </p:cNvPr>
          <p:cNvSpPr/>
          <p:nvPr/>
        </p:nvSpPr>
        <p:spPr>
          <a:xfrm>
            <a:off x="4051882" y="240632"/>
            <a:ext cx="3022685" cy="6529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204794-4119-46FD-8F9D-FF72FF3C0FCD}"/>
              </a:ext>
            </a:extLst>
          </p:cNvPr>
          <p:cNvSpPr/>
          <p:nvPr/>
        </p:nvSpPr>
        <p:spPr>
          <a:xfrm>
            <a:off x="4370663" y="922789"/>
            <a:ext cx="2390863" cy="508372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C879B0-38C3-47C6-ADA1-676AAED57221}"/>
              </a:ext>
            </a:extLst>
          </p:cNvPr>
          <p:cNvSpPr txBox="1"/>
          <p:nvPr/>
        </p:nvSpPr>
        <p:spPr>
          <a:xfrm>
            <a:off x="4773638" y="1457325"/>
            <a:ext cx="1638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Quiz Carnival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1C29ABA-0F99-4E8A-B36A-BA5765207D32}"/>
              </a:ext>
            </a:extLst>
          </p:cNvPr>
          <p:cNvGrpSpPr/>
          <p:nvPr/>
        </p:nvGrpSpPr>
        <p:grpSpPr>
          <a:xfrm>
            <a:off x="4453551" y="2800350"/>
            <a:ext cx="2307975" cy="2781300"/>
            <a:chOff x="4506938" y="3067050"/>
            <a:chExt cx="2307975" cy="27813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0BEAB9A-1173-471A-A13D-ED9CD9921368}"/>
                </a:ext>
              </a:extLst>
            </p:cNvPr>
            <p:cNvSpPr/>
            <p:nvPr/>
          </p:nvSpPr>
          <p:spPr>
            <a:xfrm>
              <a:off x="4506938" y="3067050"/>
              <a:ext cx="2171700" cy="27813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AE36809-823E-460F-A2A8-2858FC3D8B16}"/>
                </a:ext>
              </a:extLst>
            </p:cNvPr>
            <p:cNvGrpSpPr/>
            <p:nvPr/>
          </p:nvGrpSpPr>
          <p:grpSpPr>
            <a:xfrm>
              <a:off x="4574443" y="3429000"/>
              <a:ext cx="2016857" cy="484598"/>
              <a:chOff x="4506938" y="3464653"/>
              <a:chExt cx="2104195" cy="484598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3A3FC814-6B5A-4BFA-865B-885A7EDC8BBC}"/>
                  </a:ext>
                </a:extLst>
              </p:cNvPr>
              <p:cNvSpPr/>
              <p:nvPr/>
            </p:nvSpPr>
            <p:spPr>
              <a:xfrm>
                <a:off x="4506938" y="3505274"/>
                <a:ext cx="2104195" cy="400110"/>
              </a:xfrm>
              <a:prstGeom prst="round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     Enter your email</a:t>
                </a:r>
              </a:p>
            </p:txBody>
          </p:sp>
          <p:pic>
            <p:nvPicPr>
              <p:cNvPr id="8" name="Graphic 7" descr="Envelope with solid fill">
                <a:extLst>
                  <a:ext uri="{FF2B5EF4-FFF2-40B4-BE49-F238E27FC236}">
                    <a16:creationId xmlns:a16="http://schemas.microsoft.com/office/drawing/2014/main" id="{F8B72DA8-29EF-4160-BB38-5AD6ADB20A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531339" y="3464653"/>
                <a:ext cx="484598" cy="484598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E43E740-A3FE-402F-8267-8779F4C74635}"/>
                </a:ext>
              </a:extLst>
            </p:cNvPr>
            <p:cNvGrpSpPr/>
            <p:nvPr/>
          </p:nvGrpSpPr>
          <p:grpSpPr>
            <a:xfrm>
              <a:off x="4574443" y="4001696"/>
              <a:ext cx="2016857" cy="400110"/>
              <a:chOff x="4424050" y="4256022"/>
              <a:chExt cx="2016857" cy="400110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D422407A-BF1A-4697-9CE2-DC58FCE2CBDE}"/>
                  </a:ext>
                </a:extLst>
              </p:cNvPr>
              <p:cNvSpPr/>
              <p:nvPr/>
            </p:nvSpPr>
            <p:spPr>
              <a:xfrm>
                <a:off x="4424050" y="4256022"/>
                <a:ext cx="2016857" cy="400110"/>
              </a:xfrm>
              <a:prstGeom prst="roundRect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Password</a:t>
                </a:r>
              </a:p>
            </p:txBody>
          </p:sp>
          <p:pic>
            <p:nvPicPr>
              <p:cNvPr id="14" name="Graphic 13" descr="Lock with solid fill">
                <a:extLst>
                  <a:ext uri="{FF2B5EF4-FFF2-40B4-BE49-F238E27FC236}">
                    <a16:creationId xmlns:a16="http://schemas.microsoft.com/office/drawing/2014/main" id="{DFA823A8-7D63-401E-99BE-AD613F9606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538946" y="4292326"/>
                <a:ext cx="349588" cy="349588"/>
              </a:xfrm>
              <a:prstGeom prst="rect">
                <a:avLst/>
              </a:prstGeom>
            </p:spPr>
          </p:pic>
        </p:grp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6F64334-A62D-4521-9467-61F580A716BE}"/>
                </a:ext>
              </a:extLst>
            </p:cNvPr>
            <p:cNvSpPr/>
            <p:nvPr/>
          </p:nvSpPr>
          <p:spPr>
            <a:xfrm>
              <a:off x="4639274" y="4604970"/>
              <a:ext cx="1933969" cy="398813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SIGN IN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ECA30E-44B3-43A0-AA78-894FF6AC34E6}"/>
                </a:ext>
              </a:extLst>
            </p:cNvPr>
            <p:cNvSpPr txBox="1"/>
            <p:nvPr/>
          </p:nvSpPr>
          <p:spPr>
            <a:xfrm>
              <a:off x="5083694" y="5206947"/>
              <a:ext cx="173121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Forgot Password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B0FC5E-6D1B-4C46-9B71-5671A1FDAFAF}"/>
                </a:ext>
              </a:extLst>
            </p:cNvPr>
            <p:cNvSpPr txBox="1"/>
            <p:nvPr/>
          </p:nvSpPr>
          <p:spPr>
            <a:xfrm>
              <a:off x="4917855" y="5410111"/>
              <a:ext cx="173121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Create account </a:t>
              </a:r>
              <a:r>
                <a:rPr lang="en-US" sz="900" u="sng" dirty="0"/>
                <a:t>Click 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032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95F6E9-04E9-40B2-A940-507C2702C0FD}"/>
              </a:ext>
            </a:extLst>
          </p:cNvPr>
          <p:cNvSpPr/>
          <p:nvPr/>
        </p:nvSpPr>
        <p:spPr>
          <a:xfrm>
            <a:off x="4051882" y="240632"/>
            <a:ext cx="3022685" cy="6529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204794-4119-46FD-8F9D-FF72FF3C0FCD}"/>
              </a:ext>
            </a:extLst>
          </p:cNvPr>
          <p:cNvSpPr/>
          <p:nvPr/>
        </p:nvSpPr>
        <p:spPr>
          <a:xfrm>
            <a:off x="4370663" y="922789"/>
            <a:ext cx="2390863" cy="508372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C879B0-38C3-47C6-ADA1-676AAED57221}"/>
              </a:ext>
            </a:extLst>
          </p:cNvPr>
          <p:cNvSpPr txBox="1"/>
          <p:nvPr/>
        </p:nvSpPr>
        <p:spPr>
          <a:xfrm>
            <a:off x="4773638" y="1457325"/>
            <a:ext cx="1638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Quiz Carnival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1C29ABA-0F99-4E8A-B36A-BA5765207D32}"/>
              </a:ext>
            </a:extLst>
          </p:cNvPr>
          <p:cNvGrpSpPr/>
          <p:nvPr/>
        </p:nvGrpSpPr>
        <p:grpSpPr>
          <a:xfrm>
            <a:off x="4453551" y="2800350"/>
            <a:ext cx="2171700" cy="2781300"/>
            <a:chOff x="4506938" y="3067050"/>
            <a:chExt cx="2171700" cy="27813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0BEAB9A-1173-471A-A13D-ED9CD9921368}"/>
                </a:ext>
              </a:extLst>
            </p:cNvPr>
            <p:cNvSpPr/>
            <p:nvPr/>
          </p:nvSpPr>
          <p:spPr>
            <a:xfrm>
              <a:off x="4506938" y="3067050"/>
              <a:ext cx="2171700" cy="278130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A3FC814-6B5A-4BFA-865B-885A7EDC8BBC}"/>
                </a:ext>
              </a:extLst>
            </p:cNvPr>
            <p:cNvSpPr/>
            <p:nvPr/>
          </p:nvSpPr>
          <p:spPr>
            <a:xfrm>
              <a:off x="4574443" y="3469621"/>
              <a:ext cx="2016857" cy="400110"/>
            </a:xfrm>
            <a:prstGeom prst="round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/>
                <a:t>Chose Your Country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422407A-BF1A-4697-9CE2-DC58FCE2CBDE}"/>
                </a:ext>
              </a:extLst>
            </p:cNvPr>
            <p:cNvSpPr/>
            <p:nvPr/>
          </p:nvSpPr>
          <p:spPr>
            <a:xfrm>
              <a:off x="4574443" y="4872082"/>
              <a:ext cx="2016857" cy="400110"/>
            </a:xfrm>
            <a:prstGeom prst="round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/>
                <a:t>Select Your School</a:t>
              </a: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628E1F-171D-496F-AE71-DB3FA5A37750}"/>
              </a:ext>
            </a:extLst>
          </p:cNvPr>
          <p:cNvSpPr/>
          <p:nvPr/>
        </p:nvSpPr>
        <p:spPr>
          <a:xfrm>
            <a:off x="6181101" y="3202921"/>
            <a:ext cx="356812" cy="4001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2EB6598-CCFC-41A9-89C5-BE866E15D6AC}"/>
              </a:ext>
            </a:extLst>
          </p:cNvPr>
          <p:cNvGrpSpPr/>
          <p:nvPr/>
        </p:nvGrpSpPr>
        <p:grpSpPr>
          <a:xfrm>
            <a:off x="6290413" y="3350048"/>
            <a:ext cx="194113" cy="155226"/>
            <a:chOff x="7315200" y="1666875"/>
            <a:chExt cx="1762124" cy="942975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DE1F3FC-9B2D-4BCE-9868-E4533584CF8C}"/>
                </a:ext>
              </a:extLst>
            </p:cNvPr>
            <p:cNvCxnSpPr/>
            <p:nvPr/>
          </p:nvCxnSpPr>
          <p:spPr>
            <a:xfrm>
              <a:off x="7315200" y="1666875"/>
              <a:ext cx="819150" cy="942975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78BCEB0-B89C-4BC6-8EFA-77BA9F8ACEC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196262" y="1728787"/>
              <a:ext cx="819150" cy="942975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C8817A6-C951-4099-901C-2DF0C9FD6602}"/>
              </a:ext>
            </a:extLst>
          </p:cNvPr>
          <p:cNvGrpSpPr/>
          <p:nvPr/>
        </p:nvGrpSpPr>
        <p:grpSpPr>
          <a:xfrm>
            <a:off x="6181101" y="4617760"/>
            <a:ext cx="356812" cy="400110"/>
            <a:chOff x="6181101" y="3734996"/>
            <a:chExt cx="356812" cy="40011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D5F1BCF-C6C2-4E2E-B17B-365DE8449DC8}"/>
                </a:ext>
              </a:extLst>
            </p:cNvPr>
            <p:cNvSpPr/>
            <p:nvPr/>
          </p:nvSpPr>
          <p:spPr>
            <a:xfrm>
              <a:off x="6181101" y="3734996"/>
              <a:ext cx="356812" cy="40011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008B499-5406-4AAF-80D3-7B96B70F9434}"/>
                </a:ext>
              </a:extLst>
            </p:cNvPr>
            <p:cNvGrpSpPr/>
            <p:nvPr/>
          </p:nvGrpSpPr>
          <p:grpSpPr>
            <a:xfrm>
              <a:off x="6262450" y="3880818"/>
              <a:ext cx="194113" cy="155226"/>
              <a:chOff x="7315200" y="1666875"/>
              <a:chExt cx="1762124" cy="942975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686A3FAC-0256-4C34-9623-00985440CD80}"/>
                  </a:ext>
                </a:extLst>
              </p:cNvPr>
              <p:cNvCxnSpPr/>
              <p:nvPr/>
            </p:nvCxnSpPr>
            <p:spPr>
              <a:xfrm>
                <a:off x="7315200" y="1666875"/>
                <a:ext cx="819150" cy="942975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A075995E-9333-463E-92A8-1E816BA52DE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8196262" y="1728787"/>
                <a:ext cx="819150" cy="942975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E684381-5566-43DA-9A91-F98CFB47E9B8}"/>
              </a:ext>
            </a:extLst>
          </p:cNvPr>
          <p:cNvGrpSpPr/>
          <p:nvPr/>
        </p:nvGrpSpPr>
        <p:grpSpPr>
          <a:xfrm>
            <a:off x="4574376" y="3651096"/>
            <a:ext cx="2133763" cy="1875572"/>
            <a:chOff x="4627763" y="3810000"/>
            <a:chExt cx="2133763" cy="187557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89BAAE0-2B2E-4ACD-9B1B-6D1F2D41D08F}"/>
                </a:ext>
              </a:extLst>
            </p:cNvPr>
            <p:cNvSpPr txBox="1"/>
            <p:nvPr/>
          </p:nvSpPr>
          <p:spPr>
            <a:xfrm>
              <a:off x="4648200" y="3810000"/>
              <a:ext cx="21133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Grenada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5D12EA3-BFFC-422B-BBB6-21B474AA3BCA}"/>
                </a:ext>
              </a:extLst>
            </p:cNvPr>
            <p:cNvSpPr txBox="1"/>
            <p:nvPr/>
          </p:nvSpPr>
          <p:spPr>
            <a:xfrm>
              <a:off x="4648200" y="4097176"/>
              <a:ext cx="21133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St. Lucia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6CC0D68-0CA6-4506-8392-45D64E717129}"/>
                </a:ext>
              </a:extLst>
            </p:cNvPr>
            <p:cNvSpPr txBox="1"/>
            <p:nvPr/>
          </p:nvSpPr>
          <p:spPr>
            <a:xfrm>
              <a:off x="4627763" y="4367562"/>
              <a:ext cx="21133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Barbados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5B52E99-6AB5-438A-B30F-06E06A8C504C}"/>
                </a:ext>
              </a:extLst>
            </p:cNvPr>
            <p:cNvSpPr txBox="1"/>
            <p:nvPr/>
          </p:nvSpPr>
          <p:spPr>
            <a:xfrm>
              <a:off x="4648200" y="5193975"/>
              <a:ext cx="21133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SASS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22F528-E77A-476F-9FF9-03D2796D43DE}"/>
                </a:ext>
              </a:extLst>
            </p:cNvPr>
            <p:cNvSpPr txBox="1"/>
            <p:nvPr/>
          </p:nvSpPr>
          <p:spPr>
            <a:xfrm>
              <a:off x="4648200" y="5408573"/>
              <a:ext cx="21133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GSS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3039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8C6AA38-6EE2-4DD6-8238-C71503388A98}"/>
              </a:ext>
            </a:extLst>
          </p:cNvPr>
          <p:cNvGrpSpPr/>
          <p:nvPr/>
        </p:nvGrpSpPr>
        <p:grpSpPr>
          <a:xfrm>
            <a:off x="4051882" y="240632"/>
            <a:ext cx="3519992" cy="6529284"/>
            <a:chOff x="4051882" y="240632"/>
            <a:chExt cx="3022685" cy="652928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795F6E9-04E9-40B2-A940-507C2702C0FD}"/>
                </a:ext>
              </a:extLst>
            </p:cNvPr>
            <p:cNvSpPr/>
            <p:nvPr/>
          </p:nvSpPr>
          <p:spPr>
            <a:xfrm>
              <a:off x="4051882" y="240632"/>
              <a:ext cx="3022685" cy="6529284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3204794-4119-46FD-8F9D-FF72FF3C0FCD}"/>
                </a:ext>
              </a:extLst>
            </p:cNvPr>
            <p:cNvSpPr/>
            <p:nvPr/>
          </p:nvSpPr>
          <p:spPr>
            <a:xfrm>
              <a:off x="4370663" y="922789"/>
              <a:ext cx="2390863" cy="508372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9C879B0-38C3-47C6-ADA1-676AAED57221}"/>
              </a:ext>
            </a:extLst>
          </p:cNvPr>
          <p:cNvSpPr txBox="1"/>
          <p:nvPr/>
        </p:nvSpPr>
        <p:spPr>
          <a:xfrm>
            <a:off x="5031081" y="1123726"/>
            <a:ext cx="1638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Leaderboard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842FE2A-7C64-4358-8614-7134C156797C}"/>
              </a:ext>
            </a:extLst>
          </p:cNvPr>
          <p:cNvGrpSpPr/>
          <p:nvPr/>
        </p:nvGrpSpPr>
        <p:grpSpPr>
          <a:xfrm>
            <a:off x="4640264" y="1600137"/>
            <a:ext cx="2390863" cy="307777"/>
            <a:chOff x="4438650" y="1693669"/>
            <a:chExt cx="2390863" cy="307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59E4A5D-9004-477E-B504-91D4DC09E9C7}"/>
                </a:ext>
              </a:extLst>
            </p:cNvPr>
            <p:cNvSpPr txBox="1"/>
            <p:nvPr/>
          </p:nvSpPr>
          <p:spPr>
            <a:xfrm>
              <a:off x="4438650" y="1693669"/>
              <a:ext cx="8191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School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509F42-25B7-477E-B8AA-0F227E9D055E}"/>
                </a:ext>
              </a:extLst>
            </p:cNvPr>
            <p:cNvSpPr txBox="1"/>
            <p:nvPr/>
          </p:nvSpPr>
          <p:spPr>
            <a:xfrm>
              <a:off x="5153649" y="1693669"/>
              <a:ext cx="8191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Country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76D7920-25A8-4383-9AD2-91E124C7517B}"/>
                </a:ext>
              </a:extLst>
            </p:cNvPr>
            <p:cNvSpPr txBox="1"/>
            <p:nvPr/>
          </p:nvSpPr>
          <p:spPr>
            <a:xfrm>
              <a:off x="5889971" y="1693669"/>
              <a:ext cx="9395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Caribbean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5498E56-3198-4377-9DC7-E0955D7605BF}"/>
              </a:ext>
            </a:extLst>
          </p:cNvPr>
          <p:cNvGrpSpPr/>
          <p:nvPr/>
        </p:nvGrpSpPr>
        <p:grpSpPr>
          <a:xfrm>
            <a:off x="4618942" y="1945042"/>
            <a:ext cx="2283244" cy="2529514"/>
            <a:chOff x="4421602" y="2326459"/>
            <a:chExt cx="2283244" cy="252951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AE71D95-0A8E-4B3B-A73D-AB2E4EFF15CD}"/>
                </a:ext>
              </a:extLst>
            </p:cNvPr>
            <p:cNvGrpSpPr/>
            <p:nvPr/>
          </p:nvGrpSpPr>
          <p:grpSpPr>
            <a:xfrm>
              <a:off x="4421602" y="2884297"/>
              <a:ext cx="2283244" cy="1971676"/>
              <a:chOff x="4370663" y="3067133"/>
              <a:chExt cx="2283244" cy="1971676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77B6D73F-6091-45D6-815D-784E4841E2FC}"/>
                  </a:ext>
                </a:extLst>
              </p:cNvPr>
              <p:cNvSpPr/>
              <p:nvPr/>
            </p:nvSpPr>
            <p:spPr>
              <a:xfrm>
                <a:off x="4370663" y="3638550"/>
                <a:ext cx="763936" cy="1400259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dirty="0"/>
                  <a:t>2</a:t>
                </a: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399AF507-B557-43D8-86D8-FFE9BF38C8D1}"/>
                  </a:ext>
                </a:extLst>
              </p:cNvPr>
              <p:cNvSpPr/>
              <p:nvPr/>
            </p:nvSpPr>
            <p:spPr>
              <a:xfrm>
                <a:off x="5134599" y="3067133"/>
                <a:ext cx="763936" cy="1971675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dirty="0"/>
                  <a:t>1</a:t>
                </a: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556438AC-E9C3-4886-84D9-EC39965C6C9C}"/>
                  </a:ext>
                </a:extLst>
              </p:cNvPr>
              <p:cNvSpPr/>
              <p:nvPr/>
            </p:nvSpPr>
            <p:spPr>
              <a:xfrm>
                <a:off x="5889971" y="4000500"/>
                <a:ext cx="763936" cy="103830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dirty="0"/>
                  <a:t>3</a:t>
                </a:r>
              </a:p>
            </p:txBody>
          </p:sp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4EDD193-4CE5-41FA-B633-076F4238570C}"/>
                </a:ext>
              </a:extLst>
            </p:cNvPr>
            <p:cNvSpPr/>
            <p:nvPr/>
          </p:nvSpPr>
          <p:spPr>
            <a:xfrm>
              <a:off x="4520926" y="2887936"/>
              <a:ext cx="514350" cy="514350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885FA02-34E1-4B27-B000-D8D6041168E6}"/>
                </a:ext>
              </a:extLst>
            </p:cNvPr>
            <p:cNvSpPr/>
            <p:nvPr/>
          </p:nvSpPr>
          <p:spPr>
            <a:xfrm>
              <a:off x="5306049" y="2326459"/>
              <a:ext cx="514350" cy="514350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CA2DB6A-64A3-44A7-BF58-661315B99E35}"/>
                </a:ext>
              </a:extLst>
            </p:cNvPr>
            <p:cNvSpPr/>
            <p:nvPr/>
          </p:nvSpPr>
          <p:spPr>
            <a:xfrm>
              <a:off x="6096000" y="3248099"/>
              <a:ext cx="514350" cy="514350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80B4D07-BA76-4476-A9C7-511944300824}"/>
              </a:ext>
            </a:extLst>
          </p:cNvPr>
          <p:cNvSpPr/>
          <p:nvPr/>
        </p:nvSpPr>
        <p:spPr>
          <a:xfrm>
            <a:off x="4640264" y="4679553"/>
            <a:ext cx="2240600" cy="3077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 Scores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45A363-75E9-44AD-A42D-CE5926D24F8C}"/>
              </a:ext>
            </a:extLst>
          </p:cNvPr>
          <p:cNvGrpSpPr/>
          <p:nvPr/>
        </p:nvGrpSpPr>
        <p:grpSpPr>
          <a:xfrm>
            <a:off x="4464246" y="5071998"/>
            <a:ext cx="2706249" cy="400110"/>
            <a:chOff x="4464246" y="5071998"/>
            <a:chExt cx="2706249" cy="40011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31F4B59-6DAF-40F3-AC30-054B2086206A}"/>
                </a:ext>
              </a:extLst>
            </p:cNvPr>
            <p:cNvSpPr/>
            <p:nvPr/>
          </p:nvSpPr>
          <p:spPr>
            <a:xfrm>
              <a:off x="4464246" y="5164331"/>
              <a:ext cx="309392" cy="307777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E4B0078-3C44-4356-AC55-CE3F2F023878}"/>
                </a:ext>
              </a:extLst>
            </p:cNvPr>
            <p:cNvSpPr txBox="1"/>
            <p:nvPr/>
          </p:nvSpPr>
          <p:spPr>
            <a:xfrm>
              <a:off x="4773638" y="5071998"/>
              <a:ext cx="11991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Maddison Mitchell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9C29988C-99FF-4898-8A0C-BF461219B12D}"/>
                </a:ext>
              </a:extLst>
            </p:cNvPr>
            <p:cNvSpPr/>
            <p:nvPr/>
          </p:nvSpPr>
          <p:spPr>
            <a:xfrm>
              <a:off x="6219203" y="5104477"/>
              <a:ext cx="951292" cy="213742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1000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AB04860-8DD0-478E-8DE8-CD81795C72EA}"/>
                </a:ext>
              </a:extLst>
            </p:cNvPr>
            <p:cNvSpPr txBox="1"/>
            <p:nvPr/>
          </p:nvSpPr>
          <p:spPr>
            <a:xfrm>
              <a:off x="4783297" y="5225887"/>
              <a:ext cx="11991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Time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C7AD5E9-5905-4B53-BDA2-2D3633033C39}"/>
              </a:ext>
            </a:extLst>
          </p:cNvPr>
          <p:cNvGrpSpPr/>
          <p:nvPr/>
        </p:nvGrpSpPr>
        <p:grpSpPr>
          <a:xfrm>
            <a:off x="4458753" y="5525631"/>
            <a:ext cx="2706249" cy="400110"/>
            <a:chOff x="4464246" y="5071998"/>
            <a:chExt cx="2706249" cy="40011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38564A1-100F-4902-8258-B9D8C5B12349}"/>
                </a:ext>
              </a:extLst>
            </p:cNvPr>
            <p:cNvSpPr/>
            <p:nvPr/>
          </p:nvSpPr>
          <p:spPr>
            <a:xfrm>
              <a:off x="4464246" y="5164331"/>
              <a:ext cx="309392" cy="307777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6160E1C-4BD8-4D16-B736-9E0C90873136}"/>
                </a:ext>
              </a:extLst>
            </p:cNvPr>
            <p:cNvSpPr txBox="1"/>
            <p:nvPr/>
          </p:nvSpPr>
          <p:spPr>
            <a:xfrm>
              <a:off x="4773638" y="5071998"/>
              <a:ext cx="11991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Hailey Mason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75BD4C5-EFFB-48E7-B316-AEC05EE8ABA1}"/>
                </a:ext>
              </a:extLst>
            </p:cNvPr>
            <p:cNvSpPr/>
            <p:nvPr/>
          </p:nvSpPr>
          <p:spPr>
            <a:xfrm>
              <a:off x="6219203" y="5104477"/>
              <a:ext cx="951292" cy="213742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1000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B0FABDD-A9BA-4817-A7EB-BEFC2C39E55C}"/>
                </a:ext>
              </a:extLst>
            </p:cNvPr>
            <p:cNvSpPr txBox="1"/>
            <p:nvPr/>
          </p:nvSpPr>
          <p:spPr>
            <a:xfrm>
              <a:off x="4783297" y="5225887"/>
              <a:ext cx="11991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5650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525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105</Words>
  <Application>Microsoft Office PowerPoint</Application>
  <PresentationFormat>Widescreen</PresentationFormat>
  <Paragraphs>79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Kemayah Noel</dc:creator>
  <cp:lastModifiedBy>Kemayah Noel</cp:lastModifiedBy>
  <cp:revision>9</cp:revision>
  <dcterms:created xsi:type="dcterms:W3CDTF">2025-10-28T15:14:26Z</dcterms:created>
  <dcterms:modified xsi:type="dcterms:W3CDTF">2025-10-28T16:30:40Z</dcterms:modified>
</cp:coreProperties>
</file>